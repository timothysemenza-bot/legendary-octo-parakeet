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s response chart. Question title: Date Availability - Which of the following dates work for you? Check all that work. (Plan to attend at least from 2-6pm). Number of responses: 7 responses." id="54" name="Google Shape;54;p13" title="Date Availability - Which of the following dates work for you? Check all that work. (Plan to attend at least from 2-6pm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1500" y="916900"/>
            <a:ext cx="5943600" cy="301942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1514000" y="1783835"/>
            <a:ext cx="5741400" cy="419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